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out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portabi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brie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A-build-st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-cloud-s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C-sour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D-output-mechani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E-rep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